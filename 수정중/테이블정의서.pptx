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handoutMasters/handoutMaster1.xml" ContentType="application/vnd.openxmlformats-officedocument.presentationml.handoutMaster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</Types>
</file>

<file path=_rels/.rels><?xml version="1.0" encoding="UTF-8"?>
<Relationships xmlns="http://schemas.openxmlformats.org/package/2006/relationships"><Relationship Id="rId1" Type="http://schemas.openxmlformats.org/officeDocument/2006/relationships/officeDocument" Target="ppt/presentation.xml"></Relationship><Relationship Id="rId2" Type="http://schemas.openxmlformats.org/package/2006/relationships/metadata/core-properties" Target="docProps/core.xml"></Relationship><Relationship Id="rId3" Type="http://schemas.openxmlformats.org/officeDocument/2006/relationships/extended-properties" Target="docProps/app.xml"></Relationship><Relationship Id="rId4" Type="http://schemas.openxmlformats.org/package/2006/relationships/metadata/thumbnail" Target="docProps/thumbnail.jpeg"></Relationship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saveSubsetFonts="1">
  <p:sldMasterIdLst>
    <p:sldMasterId id="2147483815" r:id="rId13"/>
  </p:sldMasterIdLst>
  <p:notesMasterIdLst>
    <p:notesMasterId r:id="rId17"/>
  </p:notesMasterIdLst>
  <p:handoutMasterIdLst>
    <p:handoutMasterId r:id="rId15"/>
  </p:handoutMasterIdLst>
  <p:sldIdLst>
    <p:sldId id="256" r:id="rId19"/>
    <p:sldId id="258" r:id="rId20"/>
    <p:sldId id="257" r:id="rId21"/>
    <p:sldId id="259" r:id="rId22"/>
    <p:sldId id="260" r:id="rId23"/>
    <p:sldId id="261" r:id="rId24"/>
    <p:sldId id="262" r:id="rId25"/>
    <p:sldId id="263" r:id="rId26"/>
    <p:sldId id="264" r:id="rId27"/>
    <p:sldId id="265" r:id="rId28"/>
    <p:sldId id="266" r:id="rId29"/>
    <p:sldId id="267" r:id="rId30"/>
    <p:sldId id="268" r:id="rId31"/>
    <p:sldId id="269" r:id="rId32"/>
    <p:sldId id="270" r:id="rId33"/>
    <p:sldId id="271" r:id="rId34"/>
    <p:sldId id="272" r:id="rId35"/>
    <p:sldId id="273" r:id="rId36"/>
    <p:sldId id="274" r:id="rId37"/>
    <p:sldId id="275" r:id="rId38"/>
    <p:sldId id="276" r:id="rId39"/>
    <p:sldId id="277" r:id="rId40"/>
    <p:sldId id="278" r:id="rId41"/>
    <p:sldId id="279" r:id="rId42"/>
    <p:sldId id="280" r:id="rId43"/>
    <p:sldId id="281" r:id="rId44"/>
    <p:sldId id="282" r:id="rId45"/>
    <p:sldId id="283" r:id="rId46"/>
    <p:sldId id="284" r:id="rId47"/>
    <p:sldId id="285" r:id="rId48"/>
    <p:sldId id="286" r:id="rId49"/>
    <p:sldId id="287" r:id="rId50"/>
    <p:sldId id="288" r:id="rId51"/>
    <p:sldId id="289" r:id="rId5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</p:extLst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 horzBarState="maximized">
    <p:restoredLeft sz="18001" autoAdjust="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96" y="4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79" d="100"/>
          <a:sy n="79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?>
<Relationships xmlns="http://schemas.openxmlformats.org/package/2006/relationships"><Relationship Id="rId1" Type="http://schemas.openxmlformats.org/officeDocument/2006/relationships/tableStyles" Target="tableStyles.xml"></Relationship><Relationship Id="rId13" Type="http://schemas.openxmlformats.org/officeDocument/2006/relationships/slideMaster" Target="slideMasters/slideMaster1.xml"></Relationship><Relationship Id="rId14" Type="http://schemas.openxmlformats.org/officeDocument/2006/relationships/theme" Target="theme/theme1.xml"></Relationship><Relationship Id="rId15" Type="http://schemas.openxmlformats.org/officeDocument/2006/relationships/handoutMaster" Target="handoutMasters/handoutMaster1.xml"></Relationship><Relationship Id="rId17" Type="http://schemas.openxmlformats.org/officeDocument/2006/relationships/notesMaster" Target="notesMasters/notesMaster1.xml"></Relationship><Relationship Id="rId19" Type="http://schemas.openxmlformats.org/officeDocument/2006/relationships/slide" Target="slides/slide1.xml"></Relationship><Relationship Id="rId20" Type="http://schemas.openxmlformats.org/officeDocument/2006/relationships/slide" Target="slides/slide2.xml"></Relationship><Relationship Id="rId21" Type="http://schemas.openxmlformats.org/officeDocument/2006/relationships/slide" Target="slides/slide3.xml"></Relationship><Relationship Id="rId22" Type="http://schemas.openxmlformats.org/officeDocument/2006/relationships/slide" Target="slides/slide4.xml"></Relationship><Relationship Id="rId23" Type="http://schemas.openxmlformats.org/officeDocument/2006/relationships/slide" Target="slides/slide5.xml"></Relationship><Relationship Id="rId24" Type="http://schemas.openxmlformats.org/officeDocument/2006/relationships/slide" Target="slides/slide6.xml"></Relationship><Relationship Id="rId25" Type="http://schemas.openxmlformats.org/officeDocument/2006/relationships/slide" Target="slides/slide7.xml"></Relationship><Relationship Id="rId26" Type="http://schemas.openxmlformats.org/officeDocument/2006/relationships/slide" Target="slides/slide8.xml"></Relationship><Relationship Id="rId27" Type="http://schemas.openxmlformats.org/officeDocument/2006/relationships/slide" Target="slides/slide9.xml"></Relationship><Relationship Id="rId28" Type="http://schemas.openxmlformats.org/officeDocument/2006/relationships/slide" Target="slides/slide10.xml"></Relationship><Relationship Id="rId29" Type="http://schemas.openxmlformats.org/officeDocument/2006/relationships/slide" Target="slides/slide11.xml"></Relationship><Relationship Id="rId30" Type="http://schemas.openxmlformats.org/officeDocument/2006/relationships/slide" Target="slides/slide12.xml"></Relationship><Relationship Id="rId31" Type="http://schemas.openxmlformats.org/officeDocument/2006/relationships/slide" Target="slides/slide13.xml"></Relationship><Relationship Id="rId32" Type="http://schemas.openxmlformats.org/officeDocument/2006/relationships/slide" Target="slides/slide14.xml"></Relationship><Relationship Id="rId33" Type="http://schemas.openxmlformats.org/officeDocument/2006/relationships/slide" Target="slides/slide15.xml"></Relationship><Relationship Id="rId34" Type="http://schemas.openxmlformats.org/officeDocument/2006/relationships/slide" Target="slides/slide16.xml"></Relationship><Relationship Id="rId35" Type="http://schemas.openxmlformats.org/officeDocument/2006/relationships/slide" Target="slides/slide17.xml"></Relationship><Relationship Id="rId36" Type="http://schemas.openxmlformats.org/officeDocument/2006/relationships/slide" Target="slides/slide18.xml"></Relationship><Relationship Id="rId37" Type="http://schemas.openxmlformats.org/officeDocument/2006/relationships/slide" Target="slides/slide19.xml"></Relationship><Relationship Id="rId38" Type="http://schemas.openxmlformats.org/officeDocument/2006/relationships/slide" Target="slides/slide20.xml"></Relationship><Relationship Id="rId39" Type="http://schemas.openxmlformats.org/officeDocument/2006/relationships/slide" Target="slides/slide21.xml"></Relationship><Relationship Id="rId40" Type="http://schemas.openxmlformats.org/officeDocument/2006/relationships/slide" Target="slides/slide22.xml"></Relationship><Relationship Id="rId41" Type="http://schemas.openxmlformats.org/officeDocument/2006/relationships/slide" Target="slides/slide23.xml"></Relationship><Relationship Id="rId42" Type="http://schemas.openxmlformats.org/officeDocument/2006/relationships/slide" Target="slides/slide24.xml"></Relationship><Relationship Id="rId43" Type="http://schemas.openxmlformats.org/officeDocument/2006/relationships/slide" Target="slides/slide25.xml"></Relationship><Relationship Id="rId44" Type="http://schemas.openxmlformats.org/officeDocument/2006/relationships/slide" Target="slides/slide26.xml"></Relationship><Relationship Id="rId45" Type="http://schemas.openxmlformats.org/officeDocument/2006/relationships/slide" Target="slides/slide27.xml"></Relationship><Relationship Id="rId46" Type="http://schemas.openxmlformats.org/officeDocument/2006/relationships/slide" Target="slides/slide28.xml"></Relationship><Relationship Id="rId47" Type="http://schemas.openxmlformats.org/officeDocument/2006/relationships/slide" Target="slides/slide29.xml"></Relationship><Relationship Id="rId48" Type="http://schemas.openxmlformats.org/officeDocument/2006/relationships/slide" Target="slides/slide30.xml"></Relationship><Relationship Id="rId49" Type="http://schemas.openxmlformats.org/officeDocument/2006/relationships/slide" Target="slides/slide31.xml"></Relationship><Relationship Id="rId50" Type="http://schemas.openxmlformats.org/officeDocument/2006/relationships/slide" Target="slides/slide32.xml"></Relationship><Relationship Id="rId51" Type="http://schemas.openxmlformats.org/officeDocument/2006/relationships/slide" Target="slides/slide33.xml"></Relationship><Relationship Id="rId52" Type="http://schemas.openxmlformats.org/officeDocument/2006/relationships/slide" Target="slides/slide34.xml"></Relationship><Relationship Id="rId87" Type="http://schemas.openxmlformats.org/officeDocument/2006/relationships/viewProps" Target="viewProps.xml"></Relationship><Relationship Id="rId88" Type="http://schemas.openxmlformats.org/officeDocument/2006/relationships/presProps" Target="presProps.xml"></Relationship></Relationships>
</file>

<file path=ppt/handoutMasters/_rels/handoutMaster1.xml.rels><?xml version="1.0" encoding="UTF-8"?>
<Relationships xmlns="http://schemas.openxmlformats.org/package/2006/relationships"><Relationship Id="rId1" Type="http://schemas.openxmlformats.org/officeDocument/2006/relationships/theme" Target="../theme/theme2.xml"></Relationship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9214C1-2863-45BA-A7C5-D5EA3C3D4C30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3020B9-F693-4639-BB27-7B1AD87C61A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464276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3.xml"></Relationship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63C85-90F6-445D-9B5B-8ABB00FB3043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16B34-ED2F-4269-81E8-097D50C9027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08175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
<Relationships xmlns="http://schemas.openxmlformats.org/package/2006/relationships"><Relationship Id="rId1" Type="http://schemas.openxmlformats.org/officeDocument/2006/relationships/notesMaster" Target="../notesMasters/notesMaster1.xml"></Relationship><Relationship Id="rId2" Type="http://schemas.openxmlformats.org/officeDocument/2006/relationships/slide" Target="../slides/slide1.xml"></Relationship></Relationships>
</file>

<file path=ppt/notesSlides/_rels/notesSlide2.xml.rels><?xml version="1.0" encoding="UTF-8"?>
<Relationships xmlns="http://schemas.openxmlformats.org/package/2006/relationships"><Relationship Id="rId1" Type="http://schemas.openxmlformats.org/officeDocument/2006/relationships/slide" Target="../slides/slide2.xml"></Relationship><Relationship Id="rId2" Type="http://schemas.openxmlformats.org/officeDocument/2006/relationships/notesMaster" Target="../notesMasters/notesMaster1.xml"></Relationship></Relationships>
</file>

<file path=ppt/notesSlides/_rels/notesSlide3.xml.rels><?xml version="1.0" encoding="UTF-8"?>
<Relationships xmlns="http://schemas.openxmlformats.org/package/2006/relationships"><Relationship Id="rId1" Type="http://schemas.openxmlformats.org/officeDocument/2006/relationships/slide" Target="../slides/slide3.xml"></Relationship><Relationship Id="rId2" Type="http://schemas.openxmlformats.org/officeDocument/2006/relationships/notesMaster" Target="../notesMasters/notesMaster1.xml"></Relationship></Relationships>
</file>

<file path=ppt/notesSlides/_rels/notesSlide4.xml.rels><?xml version="1.0" encoding="UTF-8"?>
<Relationships xmlns="http://schemas.openxmlformats.org/package/2006/relationships"><Relationship Id="rId1" Type="http://schemas.openxmlformats.org/officeDocument/2006/relationships/slide" Target="../slides/slide4.xml"></Relationship><Relationship Id="rId2" Type="http://schemas.openxmlformats.org/officeDocument/2006/relationships/notesMaster" Target="../notesMasters/notesMaster1.xml"></Relationship></Relationships>
</file>

<file path=ppt/notesSlides/_rels/notesSlide5.xml.rels><?xml version="1.0" encoding="UTF-8"?>
<Relationships xmlns="http://schemas.openxmlformats.org/package/2006/relationships"><Relationship Id="rId1" Type="http://schemas.openxmlformats.org/officeDocument/2006/relationships/slide" Target="../slides/slide5.xml"></Relationship><Relationship Id="rId2" Type="http://schemas.openxmlformats.org/officeDocument/2006/relationships/notesMaster" Target="../notesMasters/notesMaster1.xml"></Relationship></Relationships>
</file>

<file path=ppt/notesSlides/_rels/notesSlide6.xml.rels><?xml version="1.0" encoding="UTF-8"?>
<Relationships xmlns="http://schemas.openxmlformats.org/package/2006/relationships"><Relationship Id="rId1" Type="http://schemas.openxmlformats.org/officeDocument/2006/relationships/slide" Target="../slides/slide6.xml"></Relationship><Relationship Id="rId2" Type="http://schemas.openxmlformats.org/officeDocument/2006/relationships/notesMaster" Target="../notesMasters/notesMaster1.xml"></Relationship></Relationships>
</file>

<file path=ppt/notesSlides/_rels/notesSlide7.xml.rels><?xml version="1.0" encoding="UTF-8"?>
<Relationships xmlns="http://schemas.openxmlformats.org/package/2006/relationships"><Relationship Id="rId1" Type="http://schemas.openxmlformats.org/officeDocument/2006/relationships/slide" Target="../slides/slide7.xml"></Relationship><Relationship Id="rId2" Type="http://schemas.openxmlformats.org/officeDocument/2006/relationships/notesMaster" Target="../notesMasters/notesMaster1.xml"></Relationship></Relationships>
</file>

<file path=ppt/notesSlides/_rels/notesSlide8.xml.rels><?xml version="1.0" encoding="UTF-8"?>
<Relationships xmlns="http://schemas.openxmlformats.org/package/2006/relationships"><Relationship Id="rId1" Type="http://schemas.openxmlformats.org/officeDocument/2006/relationships/slide" Target="../slides/slide8.xml"></Relationship><Relationship Id="rId2" Type="http://schemas.openxmlformats.org/officeDocument/2006/relationships/notesMaster" Target="../notesMasters/notesMaster1.xml"></Relationship></Relationships>
</file>

<file path=ppt/notesSlides/_rels/notesSlide9.xml.rels><?xml version="1.0" encoding="UTF-8"?>
<Relationships xmlns="http://schemas.openxmlformats.org/package/2006/relationships"><Relationship Id="rId1" Type="http://schemas.openxmlformats.org/officeDocument/2006/relationships/slide" Target="../slides/slide9.xml"></Relationship><Relationship Id="rId2" Type="http://schemas.openxmlformats.org/officeDocument/2006/relationships/notesMaster" Target="../notesMasters/notesMaster1.xml"></Relationship></Relationships>
</file>

<file path=ppt/notesSlides/_rels/notesSlide10.xml.rels><?xml version="1.0" encoding="UTF-8"?>
<Relationships xmlns="http://schemas.openxmlformats.org/package/2006/relationships"><Relationship Id="rId1" Type="http://schemas.openxmlformats.org/officeDocument/2006/relationships/slide" Target="../slides/slide10.xml"></Relationship><Relationship Id="rId2" Type="http://schemas.openxmlformats.org/officeDocument/2006/relationships/notesMaster" Target="../notesMasters/notesMaster1.xml"></Relationship></Relationships>
</file>

<file path=ppt/notesSlides/_rels/notesSlide11.xml.rels><?xml version="1.0" encoding="UTF-8"?>
<Relationships xmlns="http://schemas.openxmlformats.org/package/2006/relationships"><Relationship Id="rId1" Type="http://schemas.openxmlformats.org/officeDocument/2006/relationships/slide" Target="../slides/slide11.xml"></Relationship><Relationship Id="rId2" Type="http://schemas.openxmlformats.org/officeDocument/2006/relationships/notesMaster" Target="../notesMasters/notesMaster1.xml"></Relationship></Relationships>
</file>

<file path=ppt/notesSlides/_rels/notesSlide12.xml.rels><?xml version="1.0" encoding="UTF-8"?>
<Relationships xmlns="http://schemas.openxmlformats.org/package/2006/relationships"><Relationship Id="rId1" Type="http://schemas.openxmlformats.org/officeDocument/2006/relationships/slide" Target="../slides/slide12.xml"></Relationship><Relationship Id="rId2" Type="http://schemas.openxmlformats.org/officeDocument/2006/relationships/notesMaster" Target="../notesMasters/notesMaster1.xml"></Relationship></Relationships>
</file>

<file path=ppt/notesSlides/_rels/notesSlide13.xml.rels><?xml version="1.0" encoding="UTF-8"?>
<Relationships xmlns="http://schemas.openxmlformats.org/package/2006/relationships"><Relationship Id="rId1" Type="http://schemas.openxmlformats.org/officeDocument/2006/relationships/slide" Target="../slides/slide13.xml"></Relationship><Relationship Id="rId2" Type="http://schemas.openxmlformats.org/officeDocument/2006/relationships/notesMaster" Target="../notesMasters/notesMaster1.xml"></Relationship></Relationships>
</file>

<file path=ppt/notesSlides/_rels/notesSlide14.xml.rels><?xml version="1.0" encoding="UTF-8"?>
<Relationships xmlns="http://schemas.openxmlformats.org/package/2006/relationships"><Relationship Id="rId1" Type="http://schemas.openxmlformats.org/officeDocument/2006/relationships/slide" Target="../slides/slide14.xml"></Relationship><Relationship Id="rId2" Type="http://schemas.openxmlformats.org/officeDocument/2006/relationships/notesMaster" Target="../notesMasters/notesMaster1.xml"></Relationship></Relationships>
</file>

<file path=ppt/notesSlides/_rels/notesSlide15.xml.rels><?xml version="1.0" encoding="UTF-8"?>
<Relationships xmlns="http://schemas.openxmlformats.org/package/2006/relationships"><Relationship Id="rId1" Type="http://schemas.openxmlformats.org/officeDocument/2006/relationships/slide" Target="../slides/slide15.xml"></Relationship><Relationship Id="rId2" Type="http://schemas.openxmlformats.org/officeDocument/2006/relationships/notesMaster" Target="../notesMasters/notesMaster1.xml"></Relationship></Relationships>
</file>

<file path=ppt/notesSlides/_rels/notesSlide16.xml.rels><?xml version="1.0" encoding="UTF-8"?>
<Relationships xmlns="http://schemas.openxmlformats.org/package/2006/relationships"><Relationship Id="rId1" Type="http://schemas.openxmlformats.org/officeDocument/2006/relationships/slide" Target="../slides/slide16.xml"></Relationship><Relationship Id="rId2" Type="http://schemas.openxmlformats.org/officeDocument/2006/relationships/notesMaster" Target="../notesMasters/notesMaster1.xml"></Relationship></Relationships>
</file>

<file path=ppt/notesSlides/_rels/notesSlide17.xml.rels><?xml version="1.0" encoding="UTF-8"?>
<Relationships xmlns="http://schemas.openxmlformats.org/package/2006/relationships"><Relationship Id="rId1" Type="http://schemas.openxmlformats.org/officeDocument/2006/relationships/slide" Target="../slides/slide17.xml"></Relationship><Relationship Id="rId2" Type="http://schemas.openxmlformats.org/officeDocument/2006/relationships/notesMaster" Target="../notesMasters/notesMaster1.xml"></Relationship></Relationships>
</file>

<file path=ppt/notesSlides/_rels/notesSlide18.xml.rels><?xml version="1.0" encoding="UTF-8"?>
<Relationships xmlns="http://schemas.openxmlformats.org/package/2006/relationships"><Relationship Id="rId1" Type="http://schemas.openxmlformats.org/officeDocument/2006/relationships/slide" Target="../slides/slide18.xml"></Relationship><Relationship Id="rId2" Type="http://schemas.openxmlformats.org/officeDocument/2006/relationships/notesMaster" Target="../notesMasters/notesMaster1.xml"></Relationship></Relationships>
</file>

<file path=ppt/notesSlides/_rels/notesSlide19.xml.rels><?xml version="1.0" encoding="UTF-8"?>
<Relationships xmlns="http://schemas.openxmlformats.org/package/2006/relationships"><Relationship Id="rId1" Type="http://schemas.openxmlformats.org/officeDocument/2006/relationships/slide" Target="../slides/slide19.xml"></Relationship><Relationship Id="rId2" Type="http://schemas.openxmlformats.org/officeDocument/2006/relationships/notesMaster" Target="../notesMasters/notesMaster1.xml"></Relationship></Relationships>
</file>

<file path=ppt/notesSlides/_rels/notesSlide20.xml.rels><?xml version="1.0" encoding="UTF-8"?>
<Relationships xmlns="http://schemas.openxmlformats.org/package/2006/relationships"><Relationship Id="rId1" Type="http://schemas.openxmlformats.org/officeDocument/2006/relationships/slide" Target="../slides/slide20.xml"></Relationship><Relationship Id="rId2" Type="http://schemas.openxmlformats.org/officeDocument/2006/relationships/notesMaster" Target="../notesMasters/notesMaster1.xml"></Relationship></Relationships>
</file>

<file path=ppt/notesSlides/_rels/notesSlide21.xml.rels><?xml version="1.0" encoding="UTF-8"?>
<Relationships xmlns="http://schemas.openxmlformats.org/package/2006/relationships"><Relationship Id="rId1" Type="http://schemas.openxmlformats.org/officeDocument/2006/relationships/slide" Target="../slides/slide21.xml"></Relationship><Relationship Id="rId2" Type="http://schemas.openxmlformats.org/officeDocument/2006/relationships/notesMaster" Target="../notesMasters/notesMaster1.xml"></Relationship></Relationships>
</file>

<file path=ppt/notesSlides/_rels/notesSlide22.xml.rels><?xml version="1.0" encoding="UTF-8"?>
<Relationships xmlns="http://schemas.openxmlformats.org/package/2006/relationships"><Relationship Id="rId1" Type="http://schemas.openxmlformats.org/officeDocument/2006/relationships/slide" Target="../slides/slide22.xml"></Relationship><Relationship Id="rId2" Type="http://schemas.openxmlformats.org/officeDocument/2006/relationships/notesMaster" Target="../notesMasters/notesMaster1.xml"></Relationship></Relationships>
</file>

<file path=ppt/notesSlides/_rels/notesSlide23.xml.rels><?xml version="1.0" encoding="UTF-8"?>
<Relationships xmlns="http://schemas.openxmlformats.org/package/2006/relationships"><Relationship Id="rId1" Type="http://schemas.openxmlformats.org/officeDocument/2006/relationships/slide" Target="../slides/slide23.xml"></Relationship><Relationship Id="rId2" Type="http://schemas.openxmlformats.org/officeDocument/2006/relationships/notesMaster" Target="../notesMasters/notesMaster1.xml"></Relationship></Relationships>
</file>

<file path=ppt/notesSlides/_rels/notesSlide24.xml.rels><?xml version="1.0" encoding="UTF-8"?>
<Relationships xmlns="http://schemas.openxmlformats.org/package/2006/relationships"><Relationship Id="rId1" Type="http://schemas.openxmlformats.org/officeDocument/2006/relationships/slide" Target="../slides/slide24.xml"></Relationship><Relationship Id="rId2" Type="http://schemas.openxmlformats.org/officeDocument/2006/relationships/notesMaster" Target="../notesMasters/notesMaster1.xml"></Relationship></Relationships>
</file>

<file path=ppt/notesSlides/_rels/notesSlide25.xml.rels><?xml version="1.0" encoding="UTF-8"?>
<Relationships xmlns="http://schemas.openxmlformats.org/package/2006/relationships"><Relationship Id="rId1" Type="http://schemas.openxmlformats.org/officeDocument/2006/relationships/slide" Target="../slides/slide25.xml"></Relationship><Relationship Id="rId2" Type="http://schemas.openxmlformats.org/officeDocument/2006/relationships/notesMaster" Target="../notesMasters/notesMaster1.xml"></Relationship></Relationships>
</file>

<file path=ppt/notesSlides/_rels/notesSlide26.xml.rels><?xml version="1.0" encoding="UTF-8"?>
<Relationships xmlns="http://schemas.openxmlformats.org/package/2006/relationships"><Relationship Id="rId1" Type="http://schemas.openxmlformats.org/officeDocument/2006/relationships/slide" Target="../slides/slide26.xml"></Relationship><Relationship Id="rId2" Type="http://schemas.openxmlformats.org/officeDocument/2006/relationships/notesMaster" Target="../notesMasters/notesMaster1.xml"></Relationship></Relationships>
</file>

<file path=ppt/notesSlides/_rels/notesSlide27.xml.rels><?xml version="1.0" encoding="UTF-8"?>
<Relationships xmlns="http://schemas.openxmlformats.org/package/2006/relationships"><Relationship Id="rId1" Type="http://schemas.openxmlformats.org/officeDocument/2006/relationships/slide" Target="../slides/slide27.xml"></Relationship><Relationship Id="rId2" Type="http://schemas.openxmlformats.org/officeDocument/2006/relationships/notesMaster" Target="../notesMasters/notesMaster1.xml"></Relationship></Relationships>
</file>

<file path=ppt/notesSlides/_rels/notesSlide28.xml.rels><?xml version="1.0" encoding="UTF-8"?>
<Relationships xmlns="http://schemas.openxmlformats.org/package/2006/relationships"><Relationship Id="rId1" Type="http://schemas.openxmlformats.org/officeDocument/2006/relationships/slide" Target="../slides/slide28.xml"></Relationship><Relationship Id="rId2" Type="http://schemas.openxmlformats.org/officeDocument/2006/relationships/notesMaster" Target="../notesMasters/notesMaster1.xml"></Relationship></Relationships>
</file>

<file path=ppt/notesSlides/_rels/notesSlide29.xml.rels><?xml version="1.0" encoding="UTF-8"?>
<Relationships xmlns="http://schemas.openxmlformats.org/package/2006/relationships"><Relationship Id="rId1" Type="http://schemas.openxmlformats.org/officeDocument/2006/relationships/slide" Target="../slides/slide29.xml"></Relationship><Relationship Id="rId2" Type="http://schemas.openxmlformats.org/officeDocument/2006/relationships/notesMaster" Target="../notesMasters/notesMaster1.xml"></Relationship></Relationships>
</file>

<file path=ppt/notesSlides/_rels/notesSlide30.xml.rels><?xml version="1.0" encoding="UTF-8"?>
<Relationships xmlns="http://schemas.openxmlformats.org/package/2006/relationships"><Relationship Id="rId1" Type="http://schemas.openxmlformats.org/officeDocument/2006/relationships/slide" Target="../slides/slide30.xml"></Relationship><Relationship Id="rId2" Type="http://schemas.openxmlformats.org/officeDocument/2006/relationships/notesMaster" Target="../notesMasters/notesMaster1.xml"></Relationship></Relationships>
</file>

<file path=ppt/notesSlides/_rels/notesSlide31.xml.rels><?xml version="1.0" encoding="UTF-8"?>
<Relationships xmlns="http://schemas.openxmlformats.org/package/2006/relationships"><Relationship Id="rId1" Type="http://schemas.openxmlformats.org/officeDocument/2006/relationships/slide" Target="../slides/slide31.xml"></Relationship><Relationship Id="rId2" Type="http://schemas.openxmlformats.org/officeDocument/2006/relationships/notesMaster" Target="../notesMasters/notesMaster1.xml"></Relationship></Relationships>
</file>

<file path=ppt/notesSlides/_rels/notesSlide32.xml.rels><?xml version="1.0" encoding="UTF-8"?>
<Relationships xmlns="http://schemas.openxmlformats.org/package/2006/relationships"><Relationship Id="rId1" Type="http://schemas.openxmlformats.org/officeDocument/2006/relationships/slide" Target="../slides/slide32.xml"></Relationship><Relationship Id="rId2" Type="http://schemas.openxmlformats.org/officeDocument/2006/relationships/notesMaster" Target="../notesMasters/notesMaster1.xml"></Relationship></Relationships>
</file>

<file path=ppt/notesSlides/_rels/notesSlide33.xml.rels><?xml version="1.0" encoding="UTF-8"?>
<Relationships xmlns="http://schemas.openxmlformats.org/package/2006/relationships"><Relationship Id="rId1" Type="http://schemas.openxmlformats.org/officeDocument/2006/relationships/slide" Target="../slides/slide33.xml"></Relationship><Relationship Id="rId2" Type="http://schemas.openxmlformats.org/officeDocument/2006/relationships/notesMaster" Target="../notesMasters/notesMaster1.xml"></Relationship></Relationships>
</file>

<file path=ppt/notesSlides/_rels/notesSlide34.xml.rels><?xml version="1.0" encoding="UTF-8"?>
<Relationships xmlns="http://schemas.openxmlformats.org/package/2006/relationships"><Relationship Id="rId1" Type="http://schemas.openxmlformats.org/officeDocument/2006/relationships/slide" Target="../slides/slide34.xml"></Relationship><Relationship Id="rId2" Type="http://schemas.openxmlformats.org/officeDocument/2006/relationships/notesMaster" Target="../notesMasters/notesMaster1.xml"></Relationship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16B34-ED2F-4269-81E8-097D50C90279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06456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 rot="0">
            <a:off x="685800" y="1143000"/>
            <a:ext cx="5487035" cy="3086735"/>
          </a:xfrm>
          <a:prstGeom prst="rect"/>
          <a:noFill/>
          <a:ln w="12700" cap="flat" cmpd="sng">
            <a:solidFill>
              <a:srgbClr val="000000">
                <a:alpha val="100000"/>
              </a:srgbClr>
            </a:solidFill>
            <a:prstDash val="solid"/>
          </a:ln>
        </p:spPr>
        <p:txBody>
          <a:bodyPr wrap="square" lIns="0" tIns="0" rIns="0" bIns="0" vert="horz" anchor="t">
            <a:noAutofit/>
          </a:bodyPr>
          <a:lstStyle/>
          <a:p>
            <a:pPr marL="0" indent="0"/>
          </a:p>
        </p:txBody>
      </p:sp>
      <p:sp>
        <p:nvSpPr>
          <p:cNvPr id="3" name="슬라이드 노트 개체 틀 2"/>
          <p:cNvSpPr txBox="1">
            <a:spLocks noGrp="1"/>
          </p:cNvSpPr>
          <p:nvPr>
            <p:ph type="body" idx="1"/>
          </p:nvPr>
        </p:nvSpPr>
        <p:spPr>
          <a:xfrm rot="0">
            <a:off x="685800" y="4400550"/>
            <a:ext cx="5487035" cy="3601085"/>
          </a:xfrm>
          <a:prstGeom prst="rect"/>
        </p:spPr>
        <p:txBody>
          <a:bodyPr wrap="square" lIns="91440" tIns="45720" rIns="91440" bIns="45720" numCol="1" vert="horz" anchor="t">
            <a:noAutofit/>
          </a:bodyPr>
          <a:lstStyle/>
          <a:p>
            <a:pPr marL="0" indent="0">
              <a:buFontTx/>
              <a:buNone/>
            </a:pPr>
          </a:p>
        </p:txBody>
      </p:sp>
      <p:sp>
        <p:nvSpPr>
          <p:cNvPr id="4" name="슬라이드 번호 개체 틀 3"/>
          <p:cNvSpPr txBox="1">
            <a:spLocks noGrp="1"/>
          </p:cNvSpPr>
          <p:nvPr>
            <p:ph type="sldNum" idx="10"/>
          </p:nvPr>
        </p:nvSpPr>
        <p:spPr>
          <a:xfrm rot="0">
            <a:off x="3884930" y="8685530"/>
            <a:ext cx="2972435" cy="459105"/>
          </a:xfrm>
          <a:prstGeom prst="rect"/>
        </p:spPr>
        <p:txBody>
          <a:bodyPr wrap="square" lIns="91440" tIns="45720" rIns="91440" bIns="45720" numCol="1" vert="horz" anchor="b">
            <a:noAutofit/>
          </a:bodyPr>
          <a:lstStyle/>
          <a:p>
            <a:pPr marL="0" indent="0">
              <a:buFontTx/>
              <a:buNone/>
            </a:pPr>
            <a:fld id="{B9320F77-B9A0-41C5-862A-B4B631284C64}" type="slidenum">
              <a:rPr lang="ko-KR" altLang="en-US"/>
              <a:t>1</a:t>
            </a:fld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0"/>
    </mc:Choice>
    <mc:Fallback>
      <p:transition spd="slow"/>
    </mc:Fallback>
  </mc:AlternateContent>
</p:notes>
</file>

<file path=ppt/slideLayouts/_rels/slideLayout1.xml.rels><?xml version="1.0" encoding="UTF-8"?>
<Relationships xmlns="http://schemas.openxmlformats.org/package/2006/relationships"><Relationship Id="rId1" Type="http://schemas.openxmlformats.org/officeDocument/2006/relationships/slideMaster" Target="../slideMasters/slideMaster1.xml"></Relationship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680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355"/>
            <a:ext cx="9144000" cy="1655445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835" cy="365760"/>
          </a:xfrm>
        </p:spPr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5434" cy="365760"/>
          </a:xfr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835" cy="365760"/>
          </a:xfrm>
        </p:spPr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64712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726598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76575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74817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507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4917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46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3477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2598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0576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114824"/>
      </p:ext>
    </p:extLst>
  </p:cSld>
  <p:clrMapOvr>
    <a:masterClrMapping/>
  </p:clrMapOvr>
</p:sldLayout>
</file>

<file path=ppt/slideMasters/_rels/slideMaster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slideLayout" Target="../slideLayouts/slideLayout2.xml"></Relationship><Relationship Id="rId3" Type="http://schemas.openxmlformats.org/officeDocument/2006/relationships/slideLayout" Target="../slideLayouts/slideLayout3.xml"></Relationship><Relationship Id="rId4" Type="http://schemas.openxmlformats.org/officeDocument/2006/relationships/slideLayout" Target="../slideLayouts/slideLayout4.xml"></Relationship><Relationship Id="rId5" Type="http://schemas.openxmlformats.org/officeDocument/2006/relationships/slideLayout" Target="../slideLayouts/slideLayout5.xml"></Relationship><Relationship Id="rId6" Type="http://schemas.openxmlformats.org/officeDocument/2006/relationships/slideLayout" Target="../slideLayouts/slideLayout6.xml"></Relationship><Relationship Id="rId7" Type="http://schemas.openxmlformats.org/officeDocument/2006/relationships/slideLayout" Target="../slideLayouts/slideLayout7.xml"></Relationship><Relationship Id="rId8" Type="http://schemas.openxmlformats.org/officeDocument/2006/relationships/slideLayout" Target="../slideLayouts/slideLayout8.xml"></Relationship><Relationship Id="rId9" Type="http://schemas.openxmlformats.org/officeDocument/2006/relationships/slideLayout" Target="../slideLayouts/slideLayout9.xml"></Relationship><Relationship Id="rId10" Type="http://schemas.openxmlformats.org/officeDocument/2006/relationships/slideLayout" Target="../slideLayouts/slideLayout10.xml"></Relationship><Relationship Id="rId11" Type="http://schemas.openxmlformats.org/officeDocument/2006/relationships/slideLayout" Target="../slideLayouts/slideLayout11.xml"></Relationship><Relationship Id="rId12" Type="http://schemas.openxmlformats.org/officeDocument/2006/relationships/theme" Target="../theme/theme1.xml"></Relationship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8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6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ED09F3-42FA-4000-BA19-9FDED2BD3142}" type="datetimeFigureOut">
              <a:rPr lang="ko-KR" altLang="en-US" smtClean="0"/>
              <a:t>2018-12-20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1169E2-93EA-4F50-8F12-231B5AD0A0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0494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4" r:id="rId1"/>
    <p:sldLayoutId id="2147483805" r:id="rId2"/>
    <p:sldLayoutId id="2147483806" r:id="rId3"/>
    <p:sldLayoutId id="2147483807" r:id="rId4"/>
    <p:sldLayoutId id="2147483808" r:id="rId5"/>
    <p:sldLayoutId id="2147483809" r:id="rId6"/>
    <p:sldLayoutId id="2147483810" r:id="rId7"/>
    <p:sldLayoutId id="2147483811" r:id="rId8"/>
    <p:sldLayoutId id="2147483812" r:id="rId9"/>
    <p:sldLayoutId id="2147483813" r:id="rId10"/>
    <p:sldLayoutId id="2147483814" r:id="rId11"/>
  </p:sldLayoutIdLst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
<Relationships xmlns="http://schemas.openxmlformats.org/package/2006/relationships"><Relationship Id="rId2" Type="http://schemas.openxmlformats.org/officeDocument/2006/relationships/notesSlide" Target="../notesSlides/notesSlide1.xml"></Relationship><Relationship Id="rId3" Type="http://schemas.openxmlformats.org/officeDocument/2006/relationships/slideLayout" Target="../slideLayouts/slideLayout1.xml"></Relationship></Relationships>
</file>

<file path=ppt/slides/_rels/slide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.xml"></Relationship></Relationships>
</file>

<file path=ppt/slides/_rels/slide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.xml"></Relationship></Relationships>
</file>

<file path=ppt/slides/_rels/slide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4.xml"></Relationship></Relationships>
</file>

<file path=ppt/slides/_rels/slide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5.xml"></Relationship></Relationships>
</file>

<file path=ppt/slides/_rels/slide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6.xml"></Relationship></Relationships>
</file>

<file path=ppt/slides/_rels/slide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7.xml"></Relationship></Relationships>
</file>

<file path=ppt/slides/_rels/slide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8.xml"></Relationship></Relationships>
</file>

<file path=ppt/slides/_rels/slide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9.xml"></Relationship></Relationships>
</file>

<file path=ppt/slides/_rels/slide1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0.xml"></Relationship></Relationships>
</file>

<file path=ppt/slides/_rels/slide1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1.xml"></Relationship></Relationships>
</file>

<file path=ppt/slides/_rels/slide1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2.xml"></Relationship></Relationships>
</file>

<file path=ppt/slides/_rels/slide1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3.xml"></Relationship></Relationships>
</file>

<file path=ppt/slides/_rels/slide1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4.xml"></Relationship></Relationships>
</file>

<file path=ppt/slides/_rels/slide1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5.xml"></Relationship></Relationships>
</file>

<file path=ppt/slides/_rels/slide1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6.xml"></Relationship></Relationships>
</file>

<file path=ppt/slides/_rels/slide1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7.xml"></Relationship></Relationships>
</file>

<file path=ppt/slides/_rels/slide1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8.xml"></Relationship></Relationships>
</file>

<file path=ppt/slides/_rels/slide1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19.xml"></Relationship></Relationships>
</file>

<file path=ppt/slides/_rels/slide2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0.xml"></Relationship></Relationships>
</file>

<file path=ppt/slides/_rels/slide2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1.xml"></Relationship></Relationships>
</file>

<file path=ppt/slides/_rels/slide2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2.xml"></Relationship></Relationships>
</file>

<file path=ppt/slides/_rels/slide2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3.xml"></Relationship></Relationships>
</file>

<file path=ppt/slides/_rels/slide2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4.xml"></Relationship></Relationships>
</file>

<file path=ppt/slides/_rels/slide25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5.xml"></Relationship></Relationships>
</file>

<file path=ppt/slides/_rels/slide26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6.xml"></Relationship></Relationships>
</file>

<file path=ppt/slides/_rels/slide27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7.xml"></Relationship></Relationships>
</file>

<file path=ppt/slides/_rels/slide28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8.xml"></Relationship></Relationships>
</file>

<file path=ppt/slides/_rels/slide29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29.xml"></Relationship></Relationships>
</file>

<file path=ppt/slides/_rels/slide30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0.xml"></Relationship></Relationships>
</file>

<file path=ppt/slides/_rels/slide31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1.xml"></Relationship></Relationships>
</file>

<file path=ppt/slides/_rels/slide32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2.xml"></Relationship></Relationships>
</file>

<file path=ppt/slides/_rels/slide33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3.xml"></Relationship></Relationships>
</file>

<file path=ppt/slides/_rels/slide34.xml.rels><?xml version="1.0" encoding="UTF-8"?>
<Relationships xmlns="http://schemas.openxmlformats.org/package/2006/relationships"><Relationship Id="rId1" Type="http://schemas.openxmlformats.org/officeDocument/2006/relationships/slideLayout" Target="../slideLayouts/slideLayout1.xml"></Relationship><Relationship Id="rId2" Type="http://schemas.openxmlformats.org/officeDocument/2006/relationships/notesSlide" Target="../notesSlides/notesSlide34.xml"></Relationship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 txBox="1">
            <a:spLocks noGrp="1"/>
          </p:cNvSpPr>
          <p:nvPr>
            <p:ph type="ctrTitle"/>
          </p:nvPr>
        </p:nvSpPr>
        <p:spPr>
          <a:xfrm rot="0">
            <a:off x="1524000" y="455295"/>
            <a:ext cx="9144635" cy="2388235"/>
          </a:xfrm>
          <a:prstGeom prst="rect"/>
        </p:spPr>
        <p:txBody>
          <a:bodyPr wrap="square" lIns="91440" tIns="45720" rIns="91440" bIns="45720" numCol="1" vert="horz" anchor="b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 sz="4800"/>
              <a:t>테이블 정의서</a:t>
            </a:r>
            <a:r>
              <a:rPr lang="ko-KR" altLang="en-US" sz="4800"/>
              <a:t/>
            </a:r>
            <a:br>
              <a:rPr lang="ko-KR" altLang="en-US" sz="4800"/>
            </a:br>
            <a:r>
              <a:rPr lang="ko-KR" altLang="en-US" sz="4800"/>
              <a:t>(</a:t>
            </a:r>
            <a:r>
              <a:rPr lang="ko-KR" altLang="en-US" sz="4800"/>
              <a:t>ERD</a:t>
            </a:r>
            <a:r>
              <a:rPr sz="4800" i="0" b="0">
                <a:solidFill>
                  <a:schemeClr val="tx1"/>
                </a:solidFill>
                <a:latin typeface="Arial" charset="0"/>
                <a:ea typeface="Arial" charset="0"/>
              </a:rPr>
              <a:t>→</a:t>
            </a:r>
            <a:r>
              <a:rPr lang="ko-KR" altLang="en-US" sz="4800"/>
              <a:t>DDL)</a:t>
            </a:r>
            <a:endParaRPr lang="ko-KR" altLang="en-US" sz="4800"/>
          </a:p>
        </p:txBody>
      </p:sp>
      <p:sp>
        <p:nvSpPr>
          <p:cNvPr id="3" name="부제목 2"/>
          <p:cNvSpPr txBox="1">
            <a:spLocks noGrp="1"/>
          </p:cNvSpPr>
          <p:nvPr>
            <p:ph type="subTitle" idx="1"/>
          </p:nvPr>
        </p:nvSpPr>
        <p:spPr>
          <a:xfrm rot="0">
            <a:off x="1524000" y="3602355"/>
            <a:ext cx="9144635" cy="1656080"/>
          </a:xfrm>
          <a:prstGeom prst="rect"/>
        </p:spPr>
        <p:txBody>
          <a:bodyPr wrap="square" lIns="91440" tIns="45720" rIns="91440" bIns="45720" numCol="1" vert="horz" anchor="t">
            <a:normAutofit fontScale="100000" lnSpcReduction="0"/>
          </a:bodyPr>
          <a:lstStyle/>
          <a:p>
            <a:pPr marL="0" indent="0">
              <a:buFontTx/>
              <a:buNone/>
            </a:pPr>
            <a:r>
              <a:rPr lang="ko-KR" altLang="en-US"/>
              <a:t>2조 김민도, 홍태훈, 황윤재, 박지명, 조영선</a:t>
            </a:r>
            <a:endParaRPr lang="ko-KR" altLang="en-US"/>
          </a:p>
          <a:p>
            <a:pPr marL="0" indent="0">
              <a:buFontTx/>
              <a:buNone/>
            </a:pPr>
            <a:r>
              <a:rPr lang="ko-KR" altLang="en-US"/>
              <a:t>작성일자</a:t>
            </a:r>
            <a:r>
              <a:rPr lang="ko-KR" altLang="en-US"/>
              <a:t>: 26.02.08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03168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4"/>
          <p:cNvGraphicFramePr>
            <a:graphicFrameLocks noGrp="1"/>
          </p:cNvGraphicFramePr>
          <p:nvPr/>
        </p:nvGraphicFramePr>
        <p:xfrm>
          <a:off x="1076960" y="2137410"/>
          <a:ext cx="10048240" cy="25793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669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ATTENDANCE_TYPE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669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근태 종류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669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근태 종류(출석)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669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attendanceTypeSeq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근태 종류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69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attendanceTypeState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근태 종류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66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2725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ATTENDANCE_TYPE(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attendanceTypeSeq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attendanceTypeState varchar2(20)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attendanceTypeSeq_pk primary key (attendanceTypeSeq),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attendanceTypeSeq_limit check (attendanceTypeSeq in (1, 2, 3, 4, 5, 6))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5"/>
          <p:cNvGraphicFramePr>
            <a:graphicFrameLocks noGrp="1"/>
          </p:cNvGraphicFramePr>
          <p:nvPr/>
        </p:nvGraphicFramePr>
        <p:xfrm>
          <a:off x="1076960" y="1713230"/>
          <a:ext cx="10048240" cy="343408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강의실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강의실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강의실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lectureCapacity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최대 정원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717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LECTURE(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lectureSeq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lectureCapacity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check_lecture_rules CHECK 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(lectureSeq BETWEEN 1 AND 3 AND lectureCapacity = 30) -- 1~3이면 30명 고정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OR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(lectureSeq BETWEEN 4 AND 6 AND lectureCapacity = 26) -- 4~6이면 26명 고정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lecture_pk primary key(lectureSeq)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6"/>
          <p:cNvGraphicFramePr>
            <a:graphicFrameLocks noGrp="1"/>
          </p:cNvGraphicFramePr>
          <p:nvPr/>
        </p:nvGraphicFramePr>
        <p:xfrm>
          <a:off x="1076960" y="2251710"/>
          <a:ext cx="10048240" cy="234823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COMPUTER_STATUS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 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 상태를 보여줌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computerStatusSeq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computerStatusState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컴퓨터상태에대한번호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08585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COMPUTER_STATUS(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computerStatusSeq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computerStatusState varchar2(20) unique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computer_status_pk primary key(computerStatusSeq)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7"/>
          <p:cNvGraphicFramePr>
            <a:graphicFrameLocks noGrp="1"/>
          </p:cNvGraphicFramePr>
          <p:nvPr/>
        </p:nvGraphicFramePr>
        <p:xfrm>
          <a:off x="1076960" y="2159000"/>
          <a:ext cx="10048240" cy="25349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AUTHORITY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권한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김민도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권한에 대한 분류(관리자, 교사, 유저, 수강생)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authoritySeq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권한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authorityName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권한 유형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2725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AUTHORITY(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authoritySeq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authorityName varchar2(20)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authority_pk primary key(authoritySeq),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authority_seq_limit CHECK (authoritySeq IN (1, 2, 3, 4))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8"/>
          <p:cNvGraphicFramePr>
            <a:graphicFrameLocks noGrp="1"/>
          </p:cNvGraphicFramePr>
          <p:nvPr/>
        </p:nvGraphicFramePr>
        <p:xfrm>
          <a:off x="1076960" y="1713230"/>
          <a:ext cx="10048240" cy="34328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과정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황윤재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과정에 대한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과정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courseName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과정 이름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coursePeriod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과정 기간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COURSE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courseSeq number, -- 과정번호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courseName varchar2(100) not null, -- 과정명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coursePeriod varchar2(20) not null, -- 과정기간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제약조건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course_pk primary key(courseSeq),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ck_course_period CHECK (coursePeriod in ('5.5개월', '6개월', '7개월') 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9"/>
          <p:cNvGraphicFramePr>
            <a:graphicFrameLocks noGrp="1"/>
          </p:cNvGraphicFramePr>
          <p:nvPr/>
        </p:nvGraphicFramePr>
        <p:xfrm>
          <a:off x="1076960" y="1892935"/>
          <a:ext cx="10048240" cy="30708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SUBJECT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박지명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과목 목록을 보여주는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과목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subjectTitle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varchar2(50)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과목 이름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subjectType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varchar2(50)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과목 유형(공통, 개별)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6281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SUBJECT(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subjectSeq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subjectTitle varchar2(50)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subjectType varchar2(20)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subject_pk primary key(subjectSeq),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subject_uq_title unique(subjectTitle),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subject_type_limit CHECK ( subjectType in ('공통', '개별'))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0"/>
          <p:cNvGraphicFramePr>
            <a:graphicFrameLocks noGrp="1"/>
          </p:cNvGraphicFramePr>
          <p:nvPr/>
        </p:nvGraphicFramePr>
        <p:xfrm>
          <a:off x="1076960" y="1626235"/>
          <a:ext cx="10048240" cy="36080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INSTRUCTOR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박지명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전체 교사에 대한 테이블(학원에 소속되지 않음)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instructorSeq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instructorName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 이름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instructorSSN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varchar2(14)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 주민등록번호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26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instructorTel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varchar2(30)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 전화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INSTRUCTOR(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instructorSeq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instructorName varchar2(20)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instructorSSN varchar2(14)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instructorTel varchar2(30),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instructor_pk PRIMARY KEY (instructorSeq),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instructor_uq UNIQUE (instructorssn),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instructor_ssn_ck CHECK (REGEXP_LIKE(instructorSSN, '^[0-9]{6}-[0-9]{7}$')),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instructor_tel_ck CHECK (REGEXP_LIKE(instructorTel, '^[0-9]{3}-[0-9]{4}-[0-9]{4}$'))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1"/>
          <p:cNvGraphicFramePr>
            <a:graphicFrameLocks noGrp="1"/>
          </p:cNvGraphicFramePr>
          <p:nvPr/>
        </p:nvGraphicFramePr>
        <p:xfrm>
          <a:off x="1076960" y="1985010"/>
          <a:ext cx="10048240" cy="28854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7526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LOCKER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사물함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김민도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사물함 목록에 대한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lockerSeq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사물함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lockerUseStatus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사물함 사용상태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강의실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4478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LOCKER(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lockerSeq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lockerUseStatus varchar2(20)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lectureSeq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lockerSeq_pk primary key (lockerSeq),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locker_lectureSeq_fk foreign key (lectureSeq) references lecture(lectureSeq)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2"/>
          <p:cNvGraphicFramePr>
            <a:graphicFrameLocks noGrp="1"/>
          </p:cNvGraphicFramePr>
          <p:nvPr/>
        </p:nvGraphicFramePr>
        <p:xfrm>
          <a:off x="1076960" y="1892935"/>
          <a:ext cx="10048240" cy="30708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COMPUTER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 목록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computerSeq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computerStatusSeq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 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강의실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6281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COMPUTER(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computerSeq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computerStatusSeq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lectureSeq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computer_pk primary key(computerSeq),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computer_status_fk foreign key (computerStatusSeq) references COMPUTER_STATUS(computerStatusSeq),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computer_lecture_fk foreign key (lectureSeq) references LECTURE(lectureSeq)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3"/>
          <p:cNvGraphicFramePr>
            <a:graphicFrameLocks noGrp="1"/>
          </p:cNvGraphicFramePr>
          <p:nvPr/>
        </p:nvGraphicFramePr>
        <p:xfrm>
          <a:off x="1076960" y="984250"/>
          <a:ext cx="10048240" cy="488442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유저(회원)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SIST에 가입한 모든 사람(유저)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usersName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VARCHAR2(50) 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유저이름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usersAddress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varchar2(150)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유저주소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usersSSN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varchar2(14)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유저주민번호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usersTel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varchar2(30)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유저전화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usersID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유저아이디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usersPW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유저패스워드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8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authoritySeq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권한번호(3,4)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5400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USERS(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usersName VARCHAR2(50)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usersAddress varchar2(150)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usersSSN varchar2(14) unique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usersTel varchar2(30)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usersID varchar2(20) unique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usersPW varchar2(20) not null, --트리거 필요!!!!!!!!!!!!!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authoritySeq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users_pk primary key(usersSeq),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users_auth_fk foreign key (authoritySeq) REFERENCES AUTHORITY(authoritySeq),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users_ssn_ck CHECK (REGEXP_LIKE(usersSSN, '^[0-9]{6}-[0-9]{7}$'))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4"/>
          <p:cNvGraphicFramePr>
            <a:graphicFrameLocks noGrp="1"/>
          </p:cNvGraphicFramePr>
          <p:nvPr/>
        </p:nvGraphicFramePr>
        <p:xfrm>
          <a:off x="1076960" y="1348740"/>
          <a:ext cx="10048240" cy="41554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REGISTERED_COURSE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등록된 과정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김민도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등록된 과정 테이블 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registeredCourseSeq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등록과정번호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registeredCourseStatus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registeredCourseStartDate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시작일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 i="1">
                          <a:solidFill>
                            <a:srgbClr val="000000"/>
                          </a:solidFill>
                        </a:rPr>
                        <a:t>registeredCourseEndDate</a:t>
                      </a:r>
                      <a:endParaRPr lang="ko-KR" altLang="en-US" sz="1100" kern="1200" i="1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종료일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 i="1">
                          <a:solidFill>
                            <a:srgbClr val="000000"/>
                          </a:solidFill>
                        </a:rPr>
                        <a:t>courseSeq</a:t>
                      </a:r>
                      <a:endParaRPr lang="ko-KR" altLang="en-US" sz="1100" kern="1200" i="1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과정번호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 i="1">
                          <a:solidFill>
                            <a:srgbClr val="000000"/>
                          </a:solidFill>
                        </a:rPr>
                        <a:t>lectureSeq</a:t>
                      </a:r>
                      <a:endParaRPr lang="ko-KR" altLang="en-US" sz="1100" kern="1200" i="1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강의실번호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717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REGISTERED_COURSE(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registeredCourseSeq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registeredCourseStatus varchar2(20)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registeredCourseStartDate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registeredCourseEndDate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lectureSeq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registeredCourseSeq_pk primary key (registeredCourseSeq),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registeredCourse_courseSeq_fk foreign key (courseSeq) references course(courseSeq),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registeredCourse_lectureSeq_fk foreign key (lectureSeq) references lecture(lectureSeq)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5"/>
          <p:cNvGraphicFramePr>
            <a:graphicFrameLocks noGrp="1"/>
          </p:cNvGraphicFramePr>
          <p:nvPr/>
        </p:nvGraphicFramePr>
        <p:xfrm>
          <a:off x="1076960" y="1713230"/>
          <a:ext cx="10048240" cy="34328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CURRICULUM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커리큘럼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박지명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커리큘럼에 관한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curriculumSeq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커리큘럼번호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curriculumPeriod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커리큘럼(과목)에 기간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과정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과목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975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CURRICULUM(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curriculumSeq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curriculumPeriod varchar2(10)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subjectSeq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pk_curriculum PRIMARY KEY (curriculumSeq),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fk_curriculum_course FOREIGN KEY (courseSeq) REFERENCES COURSE(courseSeq),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fk_curriculum_subject FOREIGN KEY (subjectSeq) references SUBJECT(subjectSeq)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6"/>
          <p:cNvGraphicFramePr>
            <a:graphicFrameLocks noGrp="1"/>
          </p:cNvGraphicFramePr>
          <p:nvPr/>
        </p:nvGraphicFramePr>
        <p:xfrm>
          <a:off x="1076960" y="1887220"/>
          <a:ext cx="10048240" cy="30772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TEACHABLE_SUBJECT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 가능 과목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박지명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교사가 강의 가능한 과목을 보여주는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teachableSubjectSeq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강의가능과목번호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과목번호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instructorSeq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6344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TEACHABLE_SUBJECT(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teachableSubjectSeq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subjectSeq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instructorSeq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pk_teachableSubject PRIMARY KEY (teachablesubjectseq),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fk_teachable_subject FOREIGN KEY (subjectSeq) REFERENCES SUBJECT(subjectSeq),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fk_teachable_instructor FOREIGN KEY (instructorSeq) REFERENCES instructor(instructorSeq)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7"/>
          <p:cNvGraphicFramePr>
            <a:graphicFrameLocks noGrp="1"/>
          </p:cNvGraphicFramePr>
          <p:nvPr/>
        </p:nvGraphicFramePr>
        <p:xfrm>
          <a:off x="1076960" y="625475"/>
          <a:ext cx="10048240" cy="560197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AFFILIATED_INSTRUCTOR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학원 교사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황윤재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전체교사에서 학원에 교사를 등록하는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affiliatedInstructorSeq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고용교사번호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affiliatedInstructorState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고용교사상태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affiliatedInstructorSalary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고용교사월급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affiliatedInstructorID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고용교사아이디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affiliatedInstructorPW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고용교사비밀번호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instructorSeq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7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authoritySeq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권한번호(2)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34378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AFFILIATED_INSTRUCTOR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affiliatedInstructorSeq number, -- 학원 교사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affiliatedInstructorState varchar2(20) not null, -- 상태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affiliatedInstructorSalary number, -- 월급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affiliatedInstructorID varchar2(20) not null, -- 아이디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affiliatedInstructorPW varchar2(20) not null, -- 비밀번호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외래키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instructorSeq number not null, -- 교사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authoritySeq number, -- 권한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제약 조건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affiliatedInstructor_pk primary key (affiliatedInstructorSeq),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affiliatedInstructor_fk_teacher FOREIGN KEY (instructorSeq) REFERENCES INSTRUCTOR(instructorSeq),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affiliatedInstructor_fk_auth FOREIGN KEY (authoritySeq) REFERENCES AUTHORITY(authoritySeq),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affiliatedInstructor_uk unique (affiliatedInstructorID)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8"/>
          <p:cNvGraphicFramePr>
            <a:graphicFrameLocks noGrp="1"/>
          </p:cNvGraphicFramePr>
          <p:nvPr/>
        </p:nvGraphicFramePr>
        <p:xfrm>
          <a:off x="1076960" y="1076960"/>
          <a:ext cx="10048240" cy="46990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ADMIN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관리자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황윤재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관리자 테이블 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adminSeq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관리자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adminName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관리자 이름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adminID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관리자 아이디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adminPW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관리자 비밀번호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authoritySeq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권한 번호(1)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8956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ADMIN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adminSeq number, -- 관리자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adminName varchar2(20) not null, -- 관리자명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adminID varchar2(20) not null, -- ID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adminPW varchar2(20) not null, -- PW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외래키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authoritySeq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제약조건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admin_pk primary key (adminSeq),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admin_fk_authority FOREIGN KEY (authoritySeq) REFERENCES AUTHORITY(authoritySeq),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admin_uq unique (adminID)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9"/>
          <p:cNvGraphicFramePr>
            <a:graphicFrameLocks noGrp="1"/>
          </p:cNvGraphicFramePr>
          <p:nvPr/>
        </p:nvGraphicFramePr>
        <p:xfrm>
          <a:off x="1082040" y="1348740"/>
          <a:ext cx="10048240" cy="416306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QUESTION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질문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황윤재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유저가 남긴 질문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questionSeq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질문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questionTitle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질문 제목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questionContent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varchar2(4000)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질문 내용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5400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QUESTION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questionSeq number, -- 질문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questionTitle varchar2(100) not null, -- 질문 제목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questionContent varchar2(4000) not null, -- 질문 내용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외래키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usersSeq number not null, -- 유저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제약조건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question_pk primary key (questionSeq),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question_fk_users FOREIGN KEY (usersSeq) REFERENCES USERS(usersSeq)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0"/>
          <p:cNvGraphicFramePr>
            <a:graphicFrameLocks noGrp="1"/>
          </p:cNvGraphicFramePr>
          <p:nvPr/>
        </p:nvGraphicFramePr>
        <p:xfrm>
          <a:off x="1076960" y="1620520"/>
          <a:ext cx="10048240" cy="361315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 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박지명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등록된 과정을 신청한 유저의 테이블(권한이 4로 바뀐다)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studentStatus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 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registeredCourseSeq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등록된과정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usersSeq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유저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STUDENT(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studentStatus varchar2(20)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registeredCourseSeq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usersSeq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pk_student PRIMARY KEY (studentSeq),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fk_student_registerd_course FOREIGN KEY (registeredCourseSeq) REFERENCES REGISTERED_COURSE(registeredCourseSeq),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fk_student_users FOREIGN KEY (usersSeq) REFERENCES USERS (usersSeq)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1"/>
          <p:cNvGraphicFramePr>
            <a:graphicFrameLocks noGrp="1"/>
          </p:cNvGraphicFramePr>
          <p:nvPr/>
        </p:nvGraphicFramePr>
        <p:xfrm>
          <a:off x="1076960" y="1441450"/>
          <a:ext cx="10048240" cy="39751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OPENED_SUBJECT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개설과목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김민도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등록된 과정에 포함되는 개설 과목에 대한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openedSubjectSeq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개설과목번호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openedSubjectStartDate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개설과목 시작일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openedSubjectEndDate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개설과목 종료일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registeredCourseSeq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등록된 과정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과목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717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OPENED_SUBJECT(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openedSubjectSeq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openedSubjectStartDate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openedSubjectEndDate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registeredCourseSeq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subjectSeq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openedSubjectSeq_pk primary key (openedSubjectSeq),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openedSubject_registeredCourseSeq_fk foreign key (registeredCourseSeq) references REGISTERED_COURSE(registeredCourseSeq),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openedSubjectSeq_subjectSeq_fk foreign key (subjectSeq) references SUBJECT(subjectSeq)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2"/>
          <p:cNvGraphicFramePr>
            <a:graphicFrameLocks noGrp="1"/>
          </p:cNvGraphicFramePr>
          <p:nvPr/>
        </p:nvGraphicFramePr>
        <p:xfrm>
          <a:off x="1076960" y="1528445"/>
          <a:ext cx="10048240" cy="37934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COURSE_INSTRUCTOR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 교사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과정을 진행하는 교사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courseInstructorSeq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등록교사번호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courseInstructorStartDate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등록교사 강의시작일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courseInstructorEndDate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등록교사 강의종료일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affiliatedInstructorSeq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학원교사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registeredCourseSeq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등록된 과정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COURSE_INSTRUCTOR(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courseInstructorSeq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courseInstructorStartDate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courseInstructorEndDate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affiliatedInstructorSeq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registeredCourseSeq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coures_pk primary key (courseInstructorSeq),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coures_affil_fk foreign key (affiliatedInstructorSeq) REFERENCES AFFILIATED_INSTRUCTOR(affiliatedInstructorSeq),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coures_regist_fk foreign key (registeredCourseSeq) REFERENCES REGISTERED_COURSE(registeredCourseSeq)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3"/>
          <p:cNvGraphicFramePr>
            <a:graphicFrameLocks noGrp="1"/>
          </p:cNvGraphicFramePr>
          <p:nvPr/>
        </p:nvGraphicFramePr>
        <p:xfrm>
          <a:off x="1076960" y="1348740"/>
          <a:ext cx="10048240" cy="41567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FAQ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자주묻는질문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황윤재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관리자가 남긴 자주묻는질문답변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faqSeq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자주묻는질문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faqTitle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자주묻는질문 제목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faqContent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varchar2(4000)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자주묻는질문 답변내용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adminSeq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관리자(글쓴이)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53365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FAQ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faqSeq number, -- 자주 묻는 질문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faqTitle varchar2(100) not null, -- 제목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faqContent varchar2(4000) not null, -- 내용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외래키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adminSeq number not null, -- 관리자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제약조건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faq_pk primary key (faqSeq),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faq_fk_admin foreign key (adminSeq) references ADMIN(adminSeq)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4"/>
          <p:cNvGraphicFramePr>
            <a:graphicFrameLocks noGrp="1"/>
          </p:cNvGraphicFramePr>
          <p:nvPr/>
        </p:nvGraphicFramePr>
        <p:xfrm>
          <a:off x="1076960" y="1348740"/>
          <a:ext cx="10048240" cy="415544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근태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수강생의 출결상태를 보여주는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근태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attendanceCheckIn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입장 시간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attendanceCheckOut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퇴장 시간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attendanceTypeSeq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근태(출결상황)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717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ATTENDANCE(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attendanceSeq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attendanceDate DATE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attendanceCheckIn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attendanceCheckOut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attendanceTypeSeq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attend_pk primary key (attendanceSeq),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attend_student_fk foreign key (studentSeq) references STUDENT (studentSeq),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attend_Type_fk foreign key (attendanceTypeSeq) references ATTENDANCE_TYPE (attendanceTypeSeq)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5"/>
          <p:cNvGraphicFramePr>
            <a:graphicFrameLocks noGrp="1"/>
          </p:cNvGraphicFramePr>
          <p:nvPr/>
        </p:nvGraphicFramePr>
        <p:xfrm>
          <a:off x="1076960" y="1528445"/>
          <a:ext cx="10048240" cy="37934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PERSONAL_LOCKER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사물함 개인 배정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사물함 개인 배정 기록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personalLockerSeq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사물함개인배정번호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personalLockerAllocationDate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배정일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personalLockerEndDate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배정종료일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lockerSeq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사물함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PERSONAL_LOCKER(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personalLockerSeq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personalLockerAllocationDate DATE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personalLockerEndDate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lockerSeq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personallocker_pk primary key (personalLockerSeq),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person_student_fk foreign key (studentSeq) references STUDENT(studentSeq),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person_locker_fk foreign key (lockerSeq) references LOCKER (lockerSeq)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6"/>
          <p:cNvGraphicFramePr>
            <a:graphicFrameLocks noGrp="1"/>
          </p:cNvGraphicFramePr>
          <p:nvPr/>
        </p:nvGraphicFramePr>
        <p:xfrm>
          <a:off x="1076960" y="1441450"/>
          <a:ext cx="10048240" cy="39751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PERSONAL_COMPUTER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 개인 배정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 개인 배정 기록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personalComputerSeq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컴퓨터개인배정번호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personalComputerAllocationDate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배정일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personalComputerEndDate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배정종료일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computerSeq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컴퓨터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1717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PERSONAL_COMPUTER(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personalComputerSeq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personalComputerAllocationDate DATE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personalComputerEndDate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computerSeq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personalcomputer_pk primary key (personalComputerSeq),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personalcomputer_com_fk foreign key (computerSeq) REFERENCES COMPUTER(computerSeq),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personalcomputer_student_fk foreign key (studentSeq) REFERENCES STUDENT(studentSeq)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7"/>
          <p:cNvGraphicFramePr>
            <a:graphicFrameLocks noGrp="1"/>
          </p:cNvGraphicFramePr>
          <p:nvPr/>
        </p:nvGraphicFramePr>
        <p:xfrm>
          <a:off x="1076960" y="1441450"/>
          <a:ext cx="10048240" cy="397383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TRAINING_ALLOWANCE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훈련지원금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박지명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수강생이 받는 훈련지원금에 대한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trainingAllowanceSeq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훈련지원금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trainingAllowanceAmount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훈련지원금 금액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trainingAllowanceApplyDate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훈련지원금 신청일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trainingAllowancePayDate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훈련신청금 지급일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trainingAllowanceState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varchar2(15)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훈련지원금 지급상태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TRAINING_ALLOWANCE(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trainingAllowanceSeq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trainingAllowanceAmount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trainingAllowanceApplyDate date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trainingAllowancePayDate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trainingAllowanceState varchar2(15)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pk_training_allowance PRIMARY KEY(trainingAllowanceSeq),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fk_training_allowance_student FOREIGN KEY (studentSeq) REFERENCES STUDENT(studentSeq)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8"/>
          <p:cNvGraphicFramePr>
            <a:graphicFrameLocks noGrp="1"/>
          </p:cNvGraphicFramePr>
          <p:nvPr/>
        </p:nvGraphicFramePr>
        <p:xfrm>
          <a:off x="1076960" y="1620520"/>
          <a:ext cx="10048240" cy="361315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EMPLOYMENT_STATUS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취업 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박지명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수강생의 취업상태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employmentStatusSeq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취업상태번호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employmentStatusState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varchar2(15)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취업상태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employmentStatusDate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취업일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employmentStatusPossible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장려금 신청 가능일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975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EMPLOYMENT_STATUS(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employmentStatusSeq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employmentStatusState varchar2(15)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employmentStatusDate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employmentStatusPossible date GENERATED ALWAYS AS (employmentStatusDate + 180),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pk_employment_status PRIMARY KEY (employmentStatusSeq),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fk_employment_status_student FOREIGN KEY (studentSeq) REFERENCES student(studentSeq)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29"/>
          <p:cNvGraphicFramePr>
            <a:graphicFrameLocks noGrp="1"/>
          </p:cNvGraphicFramePr>
          <p:nvPr/>
        </p:nvGraphicFramePr>
        <p:xfrm>
          <a:off x="1076960" y="1441450"/>
          <a:ext cx="10048240" cy="397383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EMPLOYMENT_SUCCESS_ALLOWANCE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취업 성공 수당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박지명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수강생의 취업성공수당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employmentSuccessAllowanceSeq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취업성공수당번호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employmentSuccessAllowanceAmount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금액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employmentSuccessAllowancePayment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지급일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employmentSuccessAllowanceState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varchar2(15)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지급상태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employmentSuccessAllowanceApplication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날짜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신청일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EMPLOYMENT_SUCCESS_ALLOWANCE(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employmentSuccessAllowanceSeq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employmentSuccessAllowanceAmount number default 0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employmentSuccessAllowancePayment date,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employmentSuccessAllowanceState varchar2(15)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employmentSuccessAllowanceApplication date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pk_employment_success PRIMARY KEY (employmentSuccessAllowanceSeq),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fk_employment_success_student FOREIGN KEY (studentSeq) REFERENCES STUDENT(studentSeq)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0"/>
          <p:cNvGraphicFramePr>
            <a:graphicFrameLocks noGrp="1"/>
          </p:cNvGraphicFramePr>
          <p:nvPr/>
        </p:nvGraphicFramePr>
        <p:xfrm>
          <a:off x="1076960" y="1441450"/>
          <a:ext cx="10048240" cy="39751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LECTURE_REVIEW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 평가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황윤재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수강생의 강의 평가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lectureReviewSeq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강의평가번호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lectureReviewScore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강의평가별점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lectureReviewContent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varchar2(4000)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강의평가내용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3520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LECTURE_REVIEW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lectureReviewSeq number, -- 강의 평가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lectureReviewScore number not null, -- 점수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lectureReviewContent varchar2(4000), -- 내용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외래키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null, -- 수강생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제약조건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lecture_review_pk primary key (lectureReviewSeq),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lecture_review_fk_student foreign key (studentSeq) references STUDENT(studentSeq)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1"/>
          <p:cNvGraphicFramePr>
            <a:graphicFrameLocks noGrp="1"/>
          </p:cNvGraphicFramePr>
          <p:nvPr/>
        </p:nvGraphicFramePr>
        <p:xfrm>
          <a:off x="1076960" y="1713230"/>
          <a:ext cx="10048240" cy="343281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김민도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개설된과목의 시험에 관한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시험유형(필기,실기)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testExecuted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 시행 여부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openedSubjectSeq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개설된 과목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975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TEST(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testSeq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testType varchar2(10)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testExecuted varchar2(10)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openedSubjectSeq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testSeq_pk primary key (testSeq),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test_openedSubjectSeq_fk foreign key (openedSubjectSeq) references OPENED_SUBJECT(openedSubjectSeq),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ck_test_type CHECK ( testType in('필기', '실기') 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2"/>
          <p:cNvGraphicFramePr>
            <a:graphicFrameLocks noGrp="1"/>
          </p:cNvGraphicFramePr>
          <p:nvPr/>
        </p:nvGraphicFramePr>
        <p:xfrm>
          <a:off x="1076960" y="1800225"/>
          <a:ext cx="10048240" cy="32512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BOOK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김민도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개설된 과목에 대한 교재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bookSeq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교재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bookName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교재 이름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bookPublisher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varchar2(50)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교재 출판사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openedSubjectSeq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개설된 과목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6281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BOOK(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bookSeq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bookName varchar2(100)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bookPublisher varchar2(50)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openedSubjectSeq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bookSeq_pk primary key (bookSeq),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book_openedSubjectSeq_fk foreign key (openedSubjectSeq) references OPENED_SUBJECT(openedSubjectSeq)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3"/>
          <p:cNvGraphicFramePr>
            <a:graphicFrameLocks noGrp="1"/>
          </p:cNvGraphicFramePr>
          <p:nvPr/>
        </p:nvGraphicFramePr>
        <p:xfrm>
          <a:off x="1076960" y="1528445"/>
          <a:ext cx="10048240" cy="37934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POINT_VALUE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배점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김민도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개설된 과목에 대한 시험 배점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pointValueSeq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배점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pointValueAttendance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출결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pointValueWrittenTest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필기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pointValuePracticalTest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실기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openedSubjectSeq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개설된 과목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POINT_VALUE(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pointValueSeq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pointValueAttendance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pointValueWrittenTest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pointValuePracticalTest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openedSubjectSeq number not null,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pointValueSeq_pk primary key (pointValueSeq),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point_value_openedSubjectSeq_fk foreign key (openedSubjectSeq) references OPENED_SUBJECT(openedSubjectSeq),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uq_point_value_opened_subject UNIQUE (openedSubjectSeq)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4"/>
          <p:cNvGraphicFramePr>
            <a:graphicFrameLocks noGrp="1"/>
          </p:cNvGraphicFramePr>
          <p:nvPr/>
        </p:nvGraphicFramePr>
        <p:xfrm>
          <a:off x="1076960" y="1169670"/>
          <a:ext cx="10048240" cy="45173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ANSWER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답변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황윤재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질문에 대한 답변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answerSeq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답변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answerTitle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varchar2(100)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답변 제목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answerContent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varchar2(4000)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답변 내용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questionSeq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질문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affiliatedInstructorSeq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학원교사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7139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ANSWER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answerSeq number, -- 답변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answerTitle varchar2(100) not null, -- 답변 제목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answerContent varchar2(4000) not null, -- 답변 내용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외래키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questionSeq number not null, -- 질문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affiliatedInstructorSeq number not null, -- 학원 교사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제약조건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answer_pk primary key (answerSeq),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answer_fk_question foreign key (questionSeq) references QUESTION(questionSeq),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answer_fk_affiliated FOREIGN KEY (affiliatedInstructorSeq) REFERENCES AFFILIATED_INSTRUCTOR(affiliatedInstructorSeq)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5"/>
          <p:cNvGraphicFramePr>
            <a:graphicFrameLocks noGrp="1"/>
          </p:cNvGraphicFramePr>
          <p:nvPr/>
        </p:nvGraphicFramePr>
        <p:xfrm>
          <a:off x="1076960" y="1076960"/>
          <a:ext cx="10048240" cy="469900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TEACHER_RATING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교사 평가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황윤재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수강생의 교사에 대한 평가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teacherRatingSeq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평가번호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teacherRatingScore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평가별점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teacherRatingComment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varchar2(4000)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평가내용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courseInstructorSeq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등록된과정의 교사 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289560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TEACHER_RATING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teacherRatingSeq number, -- 교사 평가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teacherRatingScore number not null, -- 점수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teacherRatingComment varchar2(4000), -- 내용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외래키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null, -- 수강생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courseInstructorSeq number not null, -- 등록 교사 번호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-- 제약조건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teacher_rating_pk primary key (teacherRatingSeq),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teacher_rating_fk_student foreign key (studentSeq) references STUDENT(studentSeq),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teacher_rating_fk_course_instructor foreign key (courseInstructorSeq) references COURSE_INSTRUCTOR(courseInstructorSeq)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36"/>
          <p:cNvGraphicFramePr>
            <a:graphicFrameLocks noGrp="1"/>
          </p:cNvGraphicFramePr>
          <p:nvPr/>
        </p:nvGraphicFramePr>
        <p:xfrm>
          <a:off x="1076960" y="1528445"/>
          <a:ext cx="10048240" cy="3793490"/>
        </p:xfrm>
        <a:graphic>
          <a:graphicData uri="http://schemas.openxmlformats.org/drawingml/2006/table">
            <a:tbl>
              <a:tblPr>
                <a:tableStyleId>{00000000-0000-0000-0000-000000000000}</a:tableStyleId>
              </a:tblPr>
              <a:tblGrid>
                <a:gridCol w="780415"/>
                <a:gridCol w="3048635"/>
                <a:gridCol w="1058545"/>
                <a:gridCol w="1029335"/>
                <a:gridCol w="779780"/>
                <a:gridCol w="1100455"/>
                <a:gridCol w="652145"/>
                <a:gridCol w="1598930"/>
              </a:tblGrid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TEST_SCORE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작성일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26.02.06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논리명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 성적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작성자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홍태훈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테이블 설명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gridSpan="7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수강생의 시험 성적 테이블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Attribute(컬럼명)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DataType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Key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Default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Domain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Description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testGradeSeq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N/A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PK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시험성적번호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testGradeScore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NULL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시험점수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testGradeParticipated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varchar2(20)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문자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시험참여여부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testSeq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시험번호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5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studentSeq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number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N/N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FK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-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정수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수강생번호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034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DDl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  <a:tr h="1990090">
                <a:tc gridSpan="8">
                  <a:txBody>
                    <a:bodyPr/>
                    <a:lstStyle/>
                    <a:p>
                      <a:pPr marL="0" indent="0" algn="l"/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CREATE TABLE TEST_SCORE(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testGradeSeq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testGradeScore NUMBER,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testGradeParticipated VARCHAR2(20)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testSeq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studentSeq NUMBER not null 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testscore_pk primary key (testGradeSeq),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testscore_test_fk foreign key (testSeq) references TEST(testseq),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 constraint testscore_student_fk foreign key (studentSeq) references STUDENT(studentSeq)</a:t>
                      </a: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/>
                      </a:r>
                      <a:br>
                        <a:rPr sz="1100" kern="1200">
                          <a:solidFill>
                            <a:srgbClr val="000000"/>
                          </a:solidFill>
                        </a:rPr>
                      </a:br>
                      <a:r>
                        <a:rPr sz="1100" kern="1200">
                          <a:solidFill>
                            <a:srgbClr val="000000"/>
                          </a:solidFill>
                        </a:rPr>
                        <a:t>);</a:t>
                      </a:r>
                      <a:endParaRPr lang="ko-KR" altLang="en-US" sz="1100" kern="1200">
                        <a:solidFill>
                          <a:srgbClr val="000000"/>
                        </a:solidFill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>
                          <a:alpha val="10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  <a:tc hMerge="1">
                  <a:txBody>
                    <a:bodyPr/>
                    <a:lstStyle/>
                    <a:p>
                      <a:pPr/>
                      <a:endParaRPr lang="ko-KR" altLang="en-US" kern="1200"/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Polaris Office Slide</Application>
  <AppVersion>12.000</AppVersion>
  <Characters>0</Characters>
  <CharactersWithSpaces>0</CharactersWithSpaces>
  <DocSecurity>0</DocSecurity>
  <HyperlinksChanged>false</HyperlinksChanged>
  <Lines>0</Lines>
  <LinksUpToDate>false</LinksUpToDate>
  <Pages>34</Pages>
  <Paragraphs>1</Paragraphs>
  <Words>1</Words>
  <TotalTime>0</TotalTime>
  <MMClips>0</MMClips>
  <ScaleCrop>false</ScaleCrop>
  <HeadingPairs>
    <vt:vector size="2" baseType="variant">
      <vt:variant>
        <vt:lpstr>Title</vt:lpstr>
      </vt:variant>
      <vt:variant>
        <vt:i4>1</vt:i4>
      </vt:variant>
    </vt:vector>
  </HeadingPairs>
  <TitlesOfParts>
    <vt:vector size="1" baseType="lpstr">
      <vt:lpstr>Title text</vt:lpstr>
    </vt:vector>
  </TitlesOfParts>
  <SharedDoc>false</SharedDoc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3</cp:revision>
  <cp:lastModifiedBy>a01075710454</cp:lastModifiedBy>
  <dc:title>PowerPoint 프레젠테이션</dc:title>
</cp:coreProperties>
</file>